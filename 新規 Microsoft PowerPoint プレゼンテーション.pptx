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013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4307F49-F460-B2D5-3709-F785278E5E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FD49E77-58AE-1330-F821-D96729A67B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0CABBD1-C75F-28D4-333A-11CB6F289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B9825-5619-4CEE-B5FA-AC1750BD8A23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AB2E9EA-2BB7-2D76-13B1-5E1AD246A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6D2B23B-D894-54F5-AFB1-AB25396C6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19B0B-1C1B-480B-B0F3-5996DEECB9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13086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7ACCFC6-DCA5-C573-154C-75AF66ABC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7600EF2-91B1-400A-664F-0C80E2C9E2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C07F793-E3D4-05AF-34E2-D78A2FDE9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B9825-5619-4CEE-B5FA-AC1750BD8A23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11DAA54-9352-5D56-C908-19CE130AD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F126AAB-D929-DBCB-9490-CB1E6864D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19B0B-1C1B-480B-B0F3-5996DEECB9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7423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2B52CCF-6507-4C3D-DC6D-0E24487D9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1117B1D-19FD-B804-6808-DB0DA2A9B0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3825EDC-062F-0CCC-ECC2-F6BFD3A5B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B9825-5619-4CEE-B5FA-AC1750BD8A23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9FE62A4-C9E8-451E-FA5D-AF4FFA312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182915C-457E-BE72-1982-79941B14F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19B0B-1C1B-480B-B0F3-5996DEECB9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45865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2EFA032-99F5-614F-168F-8E61B2838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CFCA5C5-C9EB-2AA9-1B9E-506BE3043D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D24343F-60F4-F3F0-CCA3-0C4FDDAC6A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5D64A6B-1ADC-E34E-F44C-D0E4B3F58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B9825-5619-4CEE-B5FA-AC1750BD8A23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5A7CE8F-649C-099F-F6B7-F6215E2F9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449EF15-10C5-DAE4-F077-B09BF6FE2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19B0B-1C1B-480B-B0F3-5996DEECB9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91799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9A79195-12F6-3A41-F772-E8432A3FF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B4FAA2D-CC1A-6658-91C3-AF48EFE92C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8D3CB0A-8F4B-7415-7441-1C26AE4A71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75DA729-1704-CFE2-B9A9-335FDF4782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F67CA69-E391-235C-F9DA-A819CD5F4D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43F54E7-19ED-7959-A96B-1380885BB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B9825-5619-4CEE-B5FA-AC1750BD8A23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A0597CD-5473-5A46-AD03-8FFD61F00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2514CEC-C24A-2359-AC7B-58B7CC09F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19B0B-1C1B-480B-B0F3-5996DEECB9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6380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0178449-B71B-45E7-47D1-22B814BCD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BE8FDEB-719B-FFE0-0EBD-14C4C6DA2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B9825-5619-4CEE-B5FA-AC1750BD8A23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22DC67E-6B2A-1031-2E3D-1C1706A73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36FA29E-76D6-2DDF-E1D7-12AC6A84A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19B0B-1C1B-480B-B0F3-5996DEECB9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2617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2151817-C43E-C5E6-408C-E970B2FBF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B9825-5619-4CEE-B5FA-AC1750BD8A23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399D80B-FCB8-565B-DC22-B83623F03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427BB66-F30B-BC7A-013D-13670AD43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19B0B-1C1B-480B-B0F3-5996DEECB9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18269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BB5955-D36F-22C8-793B-0378F9E0F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FB505B1-ACFE-3742-9413-BA6DA9FEE6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A513B3E-F684-4F61-6B7C-77DC7E312A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076EC5E-D216-1F03-BD06-F50E229A2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B9825-5619-4CEE-B5FA-AC1750BD8A23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C13221C-BD40-C846-D292-F7D807326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9C37EDD-1A17-1EAF-7FCA-806FCBE56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19B0B-1C1B-480B-B0F3-5996DEECB9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41025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8A8116D-4C3B-44E2-FAF4-9936959E0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310CCE4-5FF3-A707-EC80-4E015C76A09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0CE8AF7-242B-F71C-FC95-AB7471A16F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309F2AB-0C1B-E660-0B60-28C8D4132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B9825-5619-4CEE-B5FA-AC1750BD8A23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E8402BD-6309-AE80-A1F6-D5E520349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ECD3D44-CB80-B92C-E3B8-49373A390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19B0B-1C1B-480B-B0F3-5996DEECB9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1503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877BB49-B678-C5DF-21E8-99B62BFC9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F04C8F0-02E0-C0E7-E381-402194289A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36271B5-2426-5FE7-BA96-A56D235A9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B9825-5619-4CEE-B5FA-AC1750BD8A23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1FE0E1D-AC96-12CF-8B46-D49775B0A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CEB06DB-8E95-A8C0-B4DF-3C9B23DE1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19B0B-1C1B-480B-B0F3-5996DEECB9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9018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CD5305B8-25BC-AF8B-FF94-9ED2D9AC82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17EB0CB-D751-6498-7665-967ACBEDFF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552177E-1EED-8A4D-0964-31CA6B45C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B9825-5619-4CEE-B5FA-AC1750BD8A23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029CB18-2C6B-5887-1110-3A238731A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D4D50D5-3AD3-E351-F47E-0B51BB714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19B0B-1C1B-480B-B0F3-5996DEECB9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4180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CD24648D-8A0C-ADC6-5BA8-E09C08C87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DAD6DA5-4835-78C4-3C5B-B2DF756A13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B89EA23-EFE5-EF77-D01F-95296B95D3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9B9825-5619-4CEE-B5FA-AC1750BD8A23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56D91EC-CB50-CAEA-8593-96DA2246A4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DF2F198-32F2-1158-A207-FF711B86C2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D19B0B-1C1B-480B-B0F3-5996DEECB9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851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315C8C3-1B2D-33BA-3104-72AB133096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0574540-4324-5822-56E2-0E5AA8118F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8ADFBB69-12D8-F75E-CF68-C457DCA4FC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38086"/>
            <a:ext cx="12192000" cy="1981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646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D57BC3-0F52-60B0-8C64-7E4C733C2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D0CF347-EACC-AB4D-5505-F1B54F218D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666C707B-9705-9755-0959-D96FFB299F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54120"/>
            <a:ext cx="12192000" cy="4549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1939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D413949-B3F0-0CF8-E98A-167FD5C13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E883DF5-9F47-1949-7719-2662F216E7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ja-JP" dirty="0"/>
              <a:t>對你個 project，我會建議分兩層做：</a:t>
            </a:r>
          </a:p>
          <a:p>
            <a:pPr lvl="0"/>
            <a:r>
              <a:rPr lang="ja-JP" altLang="ja-JP" dirty="0"/>
              <a:t>先做「專用可靠工具」：天氣、股價、圖表、YouTube。展示效果穩定，適合畢業研究。</a:t>
            </a:r>
          </a:p>
          <a:p>
            <a:pPr lvl="0"/>
            <a:r>
              <a:rPr lang="ja-JP" altLang="ja-JP" dirty="0"/>
              <a:t>再加「通用瀏覽器操作」：AI 可以開網站、讀網頁、點擊、輸入和根據畫面繼續操作。這就比較接近你影片見到的 agent，但要處理權限、登入、錯誤和危險操作確認。</a:t>
            </a:r>
          </a:p>
          <a:p>
            <a:r>
              <a:rPr lang="ja-JP" altLang="ja-JP"/>
              <a:t>即係話：之後加「顯示現時天氣」時，的確要新增一次 get_weather 的後端功能；但之後用戶點樣自然地問，應該由 AI 自己理解，唔使再為每種問法寫規則。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31239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A725208-AF7F-FB97-2D10-CF1FE11A7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6AD9A78-A4EB-FAE9-8C23-8BC1020149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11D04994-393A-D079-5BE9-DD727892DA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480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A665915-19AE-C57D-0CD6-4AE8C964F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AAAC76E-F42F-0D75-213C-B06F5B9A3D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6072B54F-980F-5D87-FFB0-42E1FAD0B6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11" y="0"/>
            <a:ext cx="1091557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7061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43D3FD-409A-F010-D722-1F0E3804E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F74D476-1CD5-80B3-CCBB-A78216C369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3EDD07CD-6BA0-C4BD-5A2E-9AFCDE6CDF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1415"/>
            <a:ext cx="12192000" cy="6175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4112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3073</TotalTime>
  <Words>88</Words>
  <Application>Microsoft Office PowerPoint</Application>
  <PresentationFormat>ワイド画面</PresentationFormat>
  <Paragraphs>4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wai yin kwok</dc:creator>
  <cp:lastModifiedBy>wai yin kwok</cp:lastModifiedBy>
  <cp:revision>27</cp:revision>
  <dcterms:created xsi:type="dcterms:W3CDTF">2026-10-05T01:46:02Z</dcterms:created>
  <dcterms:modified xsi:type="dcterms:W3CDTF">2026-10-15T08:27:37Z</dcterms:modified>
</cp:coreProperties>
</file>